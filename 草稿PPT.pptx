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" y="96520"/>
            <a:ext cx="5819775" cy="3143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95" y="2226310"/>
            <a:ext cx="5915025" cy="3162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325" y="4063365"/>
            <a:ext cx="5791200" cy="2733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0" y="212725"/>
            <a:ext cx="7848600" cy="3076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" y="3429000"/>
            <a:ext cx="5514975" cy="2762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315" y="3429000"/>
            <a:ext cx="5943600" cy="27908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85" y="1567180"/>
            <a:ext cx="3886200" cy="3724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840" y="1567180"/>
            <a:ext cx="7743825" cy="35528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那年＆大雨</cp:lastModifiedBy>
  <cp:revision>159</cp:revision>
  <dcterms:created xsi:type="dcterms:W3CDTF">2019-06-19T02:08:00Z</dcterms:created>
  <dcterms:modified xsi:type="dcterms:W3CDTF">2025-12-22T02:46:38Z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B5C09DE8799445E1946A211A556A6E08_11</vt:lpwstr>
  </property>
</Properties>
</file>